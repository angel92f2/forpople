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Сайт For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Презентация проекта</a:t>
            </a:r>
          </a:p>
          <a:p>
            <a:pPr>
              <a:defRPr sz="2000"/>
            </a:pPr>
            <a:r>
              <a:t>Веб-приложение для общения и обучения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 People — сайт, созданный для пользователей, где можно:</a:t>
            </a:r>
          </a:p>
          <a:p>
            <a:pPr>
              <a:defRPr sz="2000"/>
            </a:pPr>
            <a:r>
              <a:t>• общаться на форуме</a:t>
            </a:r>
          </a:p>
          <a:p>
            <a:pPr>
              <a:defRPr sz="2000"/>
            </a:pPr>
            <a:r>
              <a:t>• изучать материалы</a:t>
            </a:r>
          </a:p>
          <a:p>
            <a:pPr>
              <a:defRPr sz="2000"/>
            </a:pPr>
            <a:r>
              <a:t>• создавать профиль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Главная страница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Современный дизайн с тёмным фоном и градиентами.</a:t>
            </a:r>
          </a:p>
          <a:p>
            <a:pPr>
              <a:defRPr sz="2000"/>
            </a:pPr>
            <a:r>
              <a:t>Пользователь сразу видит основные возможности сайта.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 сайта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Основные разделы:</a:t>
            </a:r>
          </a:p>
          <a:p>
            <a:pPr>
              <a:defRPr sz="2000"/>
            </a:pPr>
            <a:r>
              <a:t>• регистрация и вход</a:t>
            </a:r>
          </a:p>
          <a:p>
            <a:pPr>
              <a:defRPr sz="2000"/>
            </a:pPr>
            <a:r>
              <a:t>• профиль пользователя</a:t>
            </a:r>
          </a:p>
          <a:p>
            <a:pPr>
              <a:defRPr sz="2000"/>
            </a:pPr>
            <a:r>
              <a:t>• форум</a:t>
            </a:r>
          </a:p>
          <a:p>
            <a:pPr>
              <a:defRPr sz="2000"/>
            </a:pPr>
            <a:r>
              <a:t>• страницы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Форум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Раздел для общения пользователей.</a:t>
            </a:r>
          </a:p>
          <a:p>
            <a:pPr>
              <a:defRPr sz="2000"/>
            </a:pPr>
            <a:r>
              <a:t>Можно создавать публикации и взаимодействовать с другими участниками.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На сайте есть учебные страницы с материалами.</a:t>
            </a:r>
          </a:p>
          <a:p>
            <a:pPr>
              <a:defRPr sz="2000"/>
            </a:pPr>
            <a:r>
              <a:t>Пример: разделы по программированию и технологиям.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Проект создан с использованием:</a:t>
            </a:r>
          </a:p>
          <a:p>
            <a:pPr>
              <a:defRPr sz="2000"/>
            </a:pPr>
            <a:r>
              <a:t>• Python</a:t>
            </a:r>
          </a:p>
          <a:p>
            <a:pPr>
              <a:defRPr sz="2000"/>
            </a:pPr>
            <a:r>
              <a:t>• Flask</a:t>
            </a:r>
          </a:p>
          <a:p>
            <a:pPr>
              <a:defRPr sz="2000"/>
            </a:pPr>
            <a:r>
              <a:t>• HTML/CSS</a:t>
            </a:r>
          </a:p>
          <a:p>
            <a:pPr>
              <a:defRPr sz="2000"/>
            </a:pPr>
            <a:r>
              <a:t>•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Система пользователей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Есть регистрация, авторизация и работа с базой данных пользователей.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Дизайн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Стиль сайта:</a:t>
            </a:r>
          </a:p>
          <a:p>
            <a:pPr>
              <a:defRPr sz="2000"/>
            </a:pPr>
            <a:r>
              <a:t>• современный интерфейс</a:t>
            </a:r>
          </a:p>
          <a:p>
            <a:pPr>
              <a:defRPr sz="2000"/>
            </a:pPr>
            <a:r>
              <a:t>• стеклянные элементы</a:t>
            </a:r>
          </a:p>
          <a:p>
            <a:pPr>
              <a:defRPr sz="2000"/>
            </a:pPr>
            <a:r>
              <a:t>• сине-фиолетовая цветовая гамма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For People — пример веб-проекта, который объединяет общение, обучение и работу с пользователями.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